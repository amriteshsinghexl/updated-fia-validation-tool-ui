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"/>
  </p:notesMasterIdLst>
  <p:sldIdLst>
    <p:sldId id="339" r:id="rId5"/>
    <p:sldId id="16763079" r:id="rId6"/>
    <p:sldId id="1676308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71"/>
    <a:srgbClr val="DCF3FA"/>
    <a:srgbClr val="FF0000"/>
    <a:srgbClr val="B1BF77"/>
    <a:srgbClr val="ABDAEF"/>
    <a:srgbClr val="00A7E2"/>
    <a:srgbClr val="CBE8E7"/>
    <a:srgbClr val="FB4E0B"/>
    <a:srgbClr val="FF90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FF84E-451F-4618-ABF6-5D117BB3373E}" v="1" dt="2025-03-06T15:43:48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0" d="100"/>
          <a:sy n="60" d="100"/>
        </p:scale>
        <p:origin x="884" y="100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1-20T12:28: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1405 849,'0'0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/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/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/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/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/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/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/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519430" indent="-2749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57200" y="1446948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©2025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  <a:latin typeface="+mj-lt"/>
              </a:defRPr>
            </a:lvl2pPr>
            <a:lvl3pPr marL="519430" indent="-266700"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  <a:latin typeface="+mj-lt"/>
              </a:defRPr>
            </a:lvl4pPr>
            <a:lvl5pPr marL="1031875" indent="-274955"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4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4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4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4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2pPr>
            <a:lvl3pPr marL="519430" indent="-27495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2pPr>
            <a:lvl3pPr marL="519430" indent="-27495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2pPr>
            <a:lvl3pPr marL="519430" indent="-27495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830" indent="0">
              <a:buNone/>
              <a:defRPr sz="1200"/>
            </a:lvl2pPr>
            <a:lvl3pPr marL="582930" indent="0">
              <a:buNone/>
              <a:defRPr sz="1200"/>
            </a:lvl3pPr>
            <a:lvl4pPr marL="855980" indent="0">
              <a:buNone/>
              <a:defRPr sz="1200"/>
            </a:lvl4pPr>
            <a:lvl5pPr marL="1100455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830" indent="0">
              <a:buNone/>
              <a:defRPr sz="1200"/>
            </a:lvl2pPr>
            <a:lvl3pPr marL="582930" indent="0">
              <a:buNone/>
              <a:defRPr sz="1200"/>
            </a:lvl3pPr>
            <a:lvl4pPr marL="855980" indent="0">
              <a:buNone/>
              <a:defRPr sz="1200"/>
            </a:lvl4pPr>
            <a:lvl5pPr marL="1100455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230505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69088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</a:t>
            </a:r>
            <a:r>
              <a:rPr lang="en-US"/>
              <a:t>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830" indent="0">
              <a:spcBef>
                <a:spcPts val="0"/>
              </a:spcBef>
              <a:buNone/>
              <a:defRPr sz="1050"/>
            </a:lvl2pPr>
            <a:lvl3pPr marL="582930" indent="0">
              <a:spcBef>
                <a:spcPts val="0"/>
              </a:spcBef>
              <a:buNone/>
              <a:defRPr sz="1050"/>
            </a:lvl3pPr>
            <a:lvl4pPr marL="855980" indent="0">
              <a:spcBef>
                <a:spcPts val="0"/>
              </a:spcBef>
              <a:buNone/>
              <a:defRPr sz="1050"/>
            </a:lvl4pPr>
            <a:lvl5pPr marL="1100455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5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830" indent="0">
              <a:buNone/>
              <a:defRPr sz="1200"/>
            </a:lvl2pPr>
            <a:lvl3pPr marL="582930" indent="0">
              <a:buNone/>
              <a:defRPr sz="1200"/>
            </a:lvl3pPr>
            <a:lvl4pPr marL="855980" indent="0">
              <a:buNone/>
              <a:defRPr sz="1200"/>
            </a:lvl4pPr>
            <a:lvl5pPr marL="1100455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830" indent="0">
              <a:buNone/>
              <a:defRPr sz="1200"/>
            </a:lvl2pPr>
            <a:lvl3pPr marL="582930" indent="0">
              <a:buNone/>
              <a:defRPr sz="1200"/>
            </a:lvl3pPr>
            <a:lvl4pPr marL="855980" indent="0">
              <a:buNone/>
              <a:defRPr sz="1200"/>
            </a:lvl4pPr>
            <a:lvl5pPr marL="1100455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830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930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980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455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830" indent="0">
              <a:buNone/>
              <a:defRPr>
                <a:latin typeface="+mj-lt"/>
              </a:defRPr>
            </a:lvl2pPr>
            <a:lvl3pPr marL="582930" indent="0">
              <a:buNone/>
              <a:defRPr>
                <a:latin typeface="+mj-lt"/>
              </a:defRPr>
            </a:lvl3pPr>
            <a:lvl4pPr marL="855980" indent="0">
              <a:buNone/>
              <a:defRPr>
                <a:latin typeface="+mj-lt"/>
              </a:defRPr>
            </a:lvl4pPr>
            <a:lvl5pPr marL="1100455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-1" fmla="*/ 209228 w 5931049"/>
                <a:gd name="connsiteY0-2" fmla="*/ 0 h 299299"/>
                <a:gd name="connsiteX1-3" fmla="*/ 5931049 w 5931049"/>
                <a:gd name="connsiteY1-4" fmla="*/ 0 h 299299"/>
                <a:gd name="connsiteX2-5" fmla="*/ 5931049 w 5931049"/>
                <a:gd name="connsiteY2-6" fmla="*/ 299299 h 299299"/>
                <a:gd name="connsiteX3-7" fmla="*/ 0 w 5931049"/>
                <a:gd name="connsiteY3-8" fmla="*/ 299299 h 299299"/>
                <a:gd name="connsiteX4-9" fmla="*/ 209228 w 5931049"/>
                <a:gd name="connsiteY4-10" fmla="*/ 0 h 2992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 userDrawn="1"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-1" fmla="*/ 0 w 10843708"/>
              <a:gd name="connsiteY0-2" fmla="*/ 0 h 763793"/>
              <a:gd name="connsiteX1-3" fmla="*/ 10843708 w 10843708"/>
              <a:gd name="connsiteY1-4" fmla="*/ 0 h 763793"/>
              <a:gd name="connsiteX2-5" fmla="*/ 10338099 w 10843708"/>
              <a:gd name="connsiteY2-6" fmla="*/ 763793 h 763793"/>
              <a:gd name="connsiteX3-7" fmla="*/ 0 w 10843708"/>
              <a:gd name="connsiteY3-8" fmla="*/ 763793 h 763793"/>
              <a:gd name="connsiteX4-9" fmla="*/ 0 w 10843708"/>
              <a:gd name="connsiteY4-10" fmla="*/ 0 h 7637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44" y="86060"/>
            <a:ext cx="914636" cy="58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87755" indent="-173355">
              <a:defRPr/>
            </a:lvl3pPr>
            <a:lvl4pPr marL="1539875" indent="-168275">
              <a:defRPr/>
            </a:lvl4pPr>
            <a:lvl5pPr marL="2002155" indent="-17335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August 12,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2018 EXLSERVICE HOLDINGS, INC</a:t>
            </a:r>
          </a:p>
        </p:txBody>
      </p:sp>
    </p:spTree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-1" fmla="*/ 209228 w 5931049"/>
                <a:gd name="connsiteY0-2" fmla="*/ 0 h 299299"/>
                <a:gd name="connsiteX1-3" fmla="*/ 5931049 w 5931049"/>
                <a:gd name="connsiteY1-4" fmla="*/ 0 h 299299"/>
                <a:gd name="connsiteX2-5" fmla="*/ 5931049 w 5931049"/>
                <a:gd name="connsiteY2-6" fmla="*/ 299299 h 299299"/>
                <a:gd name="connsiteX3-7" fmla="*/ 0 w 5931049"/>
                <a:gd name="connsiteY3-8" fmla="*/ 299299 h 299299"/>
                <a:gd name="connsiteX4-9" fmla="*/ 209228 w 5931049"/>
                <a:gd name="connsiteY4-10" fmla="*/ 0 h 2992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 userDrawn="1"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-1" fmla="*/ 0 w 10843708"/>
              <a:gd name="connsiteY0-2" fmla="*/ 0 h 763793"/>
              <a:gd name="connsiteX1-3" fmla="*/ 10843708 w 10843708"/>
              <a:gd name="connsiteY1-4" fmla="*/ 0 h 763793"/>
              <a:gd name="connsiteX2-5" fmla="*/ 10338099 w 10843708"/>
              <a:gd name="connsiteY2-6" fmla="*/ 763793 h 763793"/>
              <a:gd name="connsiteX3-7" fmla="*/ 0 w 10843708"/>
              <a:gd name="connsiteY3-8" fmla="*/ 763793 h 763793"/>
              <a:gd name="connsiteX4-9" fmla="*/ 0 w 10843708"/>
              <a:gd name="connsiteY4-10" fmla="*/ 0 h 7637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44" y="86060"/>
            <a:ext cx="914636" cy="58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87755" indent="-173355">
              <a:defRPr/>
            </a:lvl3pPr>
            <a:lvl4pPr marL="1539875" indent="-168275">
              <a:defRPr/>
            </a:lvl4pPr>
            <a:lvl5pPr marL="2002155" indent="-17335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August 12,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2018 EXLSERVICE HOLDINGS, INC</a:t>
            </a:r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System Font Regular"/>
        <a:buChar char="–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6255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355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930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505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6353" y="1705356"/>
            <a:ext cx="5728447" cy="3447288"/>
          </a:xfrm>
        </p:spPr>
        <p:txBody>
          <a:bodyPr/>
          <a:lstStyle/>
          <a:p>
            <a:r>
              <a:rPr lang="en-US" b="1" dirty="0">
                <a:solidFill>
                  <a:srgbClr val="005071"/>
                </a:solidFill>
              </a:rPr>
              <a:t>Security Architecture Diagram (Sample)</a:t>
            </a:r>
            <a:br>
              <a:rPr lang="en-US" b="1" dirty="0"/>
            </a:b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8921750" y="5391150"/>
              <a:ext cx="360" cy="360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8921750" y="539115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87791" y="6211840"/>
            <a:ext cx="9627125" cy="364716"/>
          </a:xfrm>
        </p:spPr>
        <p:txBody>
          <a:bodyPr/>
          <a:lstStyle/>
          <a:p>
            <a:r>
              <a:rPr lang="en-US" sz="1800" dirty="0"/>
              <a:t>                  Internal Document                                 </a:t>
            </a:r>
            <a:r>
              <a:rPr lang="en-US" dirty="0"/>
              <a:t>©2025 Exl Service Holdings,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8CA8-4222-D24F-ACDB-33341C247B6F}" type="slidenum">
              <a:rPr lang="en-US" smtClean="0"/>
              <a:t>2</a:t>
            </a:fld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High Level Design Diagram (Including Traffic Flow) – End to End Component Level (this is Sample)</a:t>
            </a:r>
          </a:p>
        </p:txBody>
      </p:sp>
      <p:pic>
        <p:nvPicPr>
          <p:cNvPr id="3" name="Picture 2" descr="A computer screen shot of a 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1821"/>
            <a:ext cx="11176782" cy="4700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33046" y="1012730"/>
            <a:ext cx="10326148" cy="5218421"/>
          </a:xfr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Workflow – Chronological Order(sample)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8CA8-4222-D24F-ACDB-33341C247B6F}" type="slidenum">
              <a:rPr lang="en-US" smtClean="0"/>
              <a:t>3</a:t>
            </a:fld>
            <a:endParaRPr lang="en-US"/>
          </a:p>
        </p:txBody>
      </p:sp>
      <p:sp>
        <p:nvSpPr>
          <p:cNvPr id="11" name="Footer Placeholder 3"/>
          <p:cNvSpPr txBox="1"/>
          <p:nvPr/>
        </p:nvSpPr>
        <p:spPr>
          <a:xfrm>
            <a:off x="471498" y="6218898"/>
            <a:ext cx="9627125" cy="36471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                  Internal Document                                 </a:t>
            </a:r>
            <a:r>
              <a:rPr lang="en-US"/>
              <a:t>©2025 </a:t>
            </a:r>
            <a:r>
              <a:rPr lang="en-US" dirty="0"/>
              <a:t>Exl Service Holdings,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3">
      <a:dk1>
        <a:srgbClr val="FB4D0A"/>
      </a:dk1>
      <a:lt1>
        <a:srgbClr val="FFFFFF"/>
      </a:lt1>
      <a:dk2>
        <a:srgbClr val="000000"/>
      </a:dk2>
      <a:lt2>
        <a:srgbClr val="FFFFFF"/>
      </a:lt2>
      <a:accent1>
        <a:srgbClr val="FB4E0B"/>
      </a:accent1>
      <a:accent2>
        <a:srgbClr val="414141"/>
      </a:accent2>
      <a:accent3>
        <a:srgbClr val="808080"/>
      </a:accent3>
      <a:accent4>
        <a:srgbClr val="ABABAB"/>
      </a:accent4>
      <a:accent5>
        <a:srgbClr val="DBDBDB"/>
      </a:accent5>
      <a:accent6>
        <a:srgbClr val="E6E6E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E5C29D1DBC2428704B760293B1EDF" ma:contentTypeVersion="1" ma:contentTypeDescription="Create a new document." ma:contentTypeScope="" ma:versionID="b1ed5c43868f848ec4da02cef256ba6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e4863383729cb444416dcdc8f5e0b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13AA88-4B36-44F0-8952-2914520C8ED8}">
  <ds:schemaRefs/>
</ds:datastoreItem>
</file>

<file path=customXml/itemProps2.xml><?xml version="1.0" encoding="utf-8"?>
<ds:datastoreItem xmlns:ds="http://schemas.openxmlformats.org/officeDocument/2006/customXml" ds:itemID="{ED06EA39-5B2B-4777-A9B9-78C6DF56D153}">
  <ds:schemaRefs/>
</ds:datastoreItem>
</file>

<file path=customXml/itemProps3.xml><?xml version="1.0" encoding="utf-8"?>
<ds:datastoreItem xmlns:ds="http://schemas.openxmlformats.org/officeDocument/2006/customXml" ds:itemID="{F5496065-6463-4881-B0C4-E49C97B6E19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EXL Powerpoint Template</Template>
  <TotalTime>7</TotalTime>
  <Words>66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System Font Regular</vt:lpstr>
      <vt:lpstr>Office Theme</vt:lpstr>
      <vt:lpstr>Security Architecture Diagram (Sample) </vt:lpstr>
      <vt:lpstr>High Level Design Diagram (Including Traffic Flow) – End to End Component Level (this is Sample)</vt:lpstr>
      <vt:lpstr>Workflow – Chronological Order(sample)</vt:lpstr>
    </vt:vector>
  </TitlesOfParts>
  <Company>EXL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Khanna</dc:creator>
  <cp:lastModifiedBy>Cherry Baluca</cp:lastModifiedBy>
  <cp:revision>11</cp:revision>
  <dcterms:created xsi:type="dcterms:W3CDTF">2021-09-30T13:50:00Z</dcterms:created>
  <dcterms:modified xsi:type="dcterms:W3CDTF">2025-08-12T12:56:14Z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0x010100873E5C29D1DBC2428704B760293B1EDF</vt:lpwstr>
  </property>
  <property fmtid="{D5CDD505-2E9C-101B-9397-08002B2CF9AE}" pid="3" name="ICV">
    <vt:lpwstr>0E8F6F4683F0426285E105DECD29560C_11</vt:lpwstr>
  </property>
  <property fmtid="{D5CDD505-2E9C-101B-9397-08002B2CF9AE}" pid="4" name="KSOProductBuildVer">
    <vt:lpwstr>1033-12.2.0.19805</vt:lpwstr>
  </property>
</Properties>
</file>